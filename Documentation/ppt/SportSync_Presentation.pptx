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743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SportSync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Tournament Registration Portal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MERN Application for Inter-College Sports Management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9319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65960" y="3931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965960" y="39319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3931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83280" y="39319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00600" y="3931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00600" y="39319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931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17920" y="39319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35240" y="3931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35240" y="393192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Asad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108960" y="502920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18688" y="502920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108960" y="1261872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18688" y="1261872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08960" y="2020824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18688" y="2020824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08960" y="2779776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18688" y="2779776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108960" y="3538728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18688" y="3538728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Deep Dive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108960" y="4297680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218688" y="4297680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Walkthrough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89320" y="502920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99048" y="502920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1261872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99048" y="1261872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89320" y="2020824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99048" y="2020824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Highlights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89320" y="2779776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099048" y="2779776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538728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099048" y="3538728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989320" y="4297680"/>
            <a:ext cx="2651760" cy="576072"/>
          </a:xfrm>
          <a:prstGeom prst="roundRect">
            <a:avLst>
              <a:gd name="adj" fmla="val 1269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099048" y="4297680"/>
            <a:ext cx="243230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challenges exist in inter-college sports management today?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73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Process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16712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forms, physical submissions, and slow approval cycles waste time and cause errors.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17720" y="15087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673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Hub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754880" y="216712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admins, and participants have no unified platform — communication is fragmented.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0632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375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2278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02920" y="372160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can't track their registration status; admins have no live overview of team data.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17720" y="30632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3375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32278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754880" y="372160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could alter team details. There's no role-based security or authentication layer.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SportSync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is a full-stack MERN web application that digitizes and streamlines the entire inter-college sports tournament registration lifecycle — from browsing events to downloading certificates.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 registration with real-time status tracking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Student users and Admins with separate dashboards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authentication &amp; bcrypt password hashing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workflow with payment screenshot verification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PDF participation certificates for approved teams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venue maps powered by Leaflet.js &amp; OpenStreetMap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RBAC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011680" y="10058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1887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740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Sports Supported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749040" y="10058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1887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9476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Registration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486400" y="10058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118872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3212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7223760" y="10058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18872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69480" y="178308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274320" y="292608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10896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20040" y="37033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Maps (Leaflet)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2011680" y="292608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2888" y="3108960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057400" y="37033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3749040" y="292608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248" y="3108960"/>
            <a:ext cx="457200" cy="4572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94760" y="37033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Certificates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5486400" y="292608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7608" y="3108960"/>
            <a:ext cx="457200" cy="4572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532120" y="37033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Dark UI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7223760" y="292608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4968" y="3108960"/>
            <a:ext cx="457200" cy="4572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269480" y="37033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100" dirty="0"/>
          </a:p>
        </p:txBody>
      </p:sp>
      <p:sp>
        <p:nvSpPr>
          <p:cNvPr id="33" name="Text 2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19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v6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v3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React-Leaflet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Hot Toast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960120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572768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v5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Bcrypt.js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PDFKit (certificates)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60120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572768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Schema-based models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collections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96012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9601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554480"/>
            <a:ext cx="0" cy="201168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9164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0D6EAD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916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SPA (Port 3000)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0" cy="201168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42316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4231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HTTP Client + Auth Interceptor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3017520"/>
            <a:ext cx="0" cy="201168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15468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04445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1546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API (Port 5000)  +  JWT Middleware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0" cy="201168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886200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02293A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886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 →  MongoDB Database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show data flow: User action → API call → DB query → Response → UI update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4160520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config/db.js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controllers/ (5 files)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middleware/ (auth + admin)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 (4 schemas)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 (5 route files)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uploads/ (payment imgs)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seed.js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960120"/>
            <a:ext cx="4160520" cy="475488"/>
          </a:xfrm>
          <a:prstGeom prst="roundRect">
            <a:avLst>
              <a:gd name="adj" fmla="val 19231"/>
            </a:avLst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96012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(ProtectedRoute…)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context/AuthContext.js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layouts/ (Main + Admin)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pages/auth/ (Login, Register)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pages/user/ (5 pages)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pages/admin/ (6 pages)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services/api.js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+ index.js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Authentication &amp; Security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registers with name, college, email &amp; password.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Password hashed with Bcrypt (10 salt rounds) before storing in MongoDB.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 login, server verifies credentials and issues a signed JWT token.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Token stored in localStorage; Axios interceptor attaches it to every request.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Protected routes on frontend (ProtectedRoute) and backend (authMiddleware) validate the token.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Admin role checked via adminMiddleware — regular users cannot access admin APIs.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297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F2A45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Default Admin: admin@gmail.com / Admin@123  ·  Users register at /register (role: user)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— Sports &amp; Tournaments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572768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6012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🏏 Cricket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29968" y="960120"/>
            <a:ext cx="1572768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029968" y="96012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Football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39896" y="960120"/>
            <a:ext cx="1572768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739896" y="96012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🏐 Volleyball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9824" y="960120"/>
            <a:ext cx="1572768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49824" y="96012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🏸 Badminton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59752" y="960120"/>
            <a:ext cx="1572768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159752" y="96012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Chess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920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Tournament Card Shows: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395728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type &amp; name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deadline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with map link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 &amp; fee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available (progress bar)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Upcoming / Ongoing / Completed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920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395728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tournaments with venue coordinates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dates, fees, and participant limits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tournament status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tournaments (cascades to registrations)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— Team Registration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051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Flow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320040" y="18745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9768" y="198424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429768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9659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browses sports, selects tournament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8745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55848" y="198424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3355848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0" y="19659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55848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name, captain, dynamic member list via React Hook Form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18745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81928" y="198424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6281928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66560" y="19659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81928" y="2423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screenshot uploaded via Multer (multipart/form-data)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32918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9768" y="340156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429768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" y="33832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29768" y="3840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/api/registrations — duplicate check &amp; deadline validation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46120" y="32918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55848" y="340156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3355848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840480" y="33832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355848" y="3840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appears as Pending in My Registrations page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72200" y="329184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81928" y="340156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29"/>
          <p:cNvSpPr/>
          <p:nvPr/>
        </p:nvSpPr>
        <p:spPr>
          <a:xfrm>
            <a:off x="6281928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66560" y="33832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281928" y="3840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screenshot, approves or rejects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— User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student needs in one place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099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Overview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1488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cards showing Total, Approved, Pending, Rejected registrations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6002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7099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Registrations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0" y="21488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Quick-access list of latest team submissions with status badges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1546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2644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Sidebar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97280" y="37033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notices sorted by priority (High / Medium / Low)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1546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747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2644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86400" y="37033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links to browse tournaments and submit a new team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— Admin Dashboard &amp; Controls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entire tournament ecosystem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556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Stats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 of Tournaments, Registrations, Users, Announcements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6459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7556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Tournaments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— create, edit, delete; update status &amp; venue coordinates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7556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Registrations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table; filter by status; view payment screenshots; Approve/Reject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186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Detail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view: team members, payment proof, timestamp, full status history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1089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2186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Announcements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6118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notices with priority (High / Medium / Low); edit or remove anytime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1089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32186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6118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registered users via GET /api/auth/users (admin only)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"/>
            <a:ext cx="685800" cy="685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10058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20040" y="100584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User Schema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9768" y="148132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  ·  password (hashed)  ·  college, phone  ·  role: user | admin  ·  timestamps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00584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Tournament Schema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18888" y="148132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sport  ·  venue, coordinates  ·  date, deadline  ·  maxParticipants, fee  ·  status (Upcoming…)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29718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97180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" y="2971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Registration Schema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29768" y="344728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user (ref)  ·  tournament (ref)  ·  teamName, captain  ·  members: []  ·  paymentScreenshot  ·  status: Pending…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97180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297180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971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Announcement Schema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18888" y="344728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title, message  ·  priority: Low|Med|High  ·  createdBy (ref User)  ·  timestamps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Reference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4114800"/>
        </p:xfrm>
        <a:graphic>
          <a:graphicData uri="http://schemas.openxmlformats.org/drawingml/2006/table">
            <a:tbl>
              <a:tblPr/>
              <a:tblGrid>
                <a:gridCol w="822960"/>
                <a:gridCol w="2560320"/>
                <a:gridCol w="1188720"/>
                <a:gridCol w="3931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new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&amp; receive 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current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/api/tournaments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tournaments (filterable)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/api/tournaments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tournament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/api/tournaments/:id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tournament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/api/registrations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/api/registrations/my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registrations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/api/registrations/:id/status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/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/api/announcements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announcements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/api/certificates/:id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PDF cert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65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— Certificates &amp; Venue Maps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1430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254203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by PDFKit on-the-fly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available for Approved registrations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Includes: Team name, sport, venue, 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Streamed as binary PDF via Express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button on My Registrations page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URL: GET /api/certificates/:id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00600" y="96012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0F2A4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77724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Maps (Leaflet.js)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37760" y="254203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Powered by React-Leaflet &amp; OpenStreetMap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API key required — completely free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Venue coordinates stored in Tournament schema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pin with pop-up on detail pages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sets coordinates when creating event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Renders inline within TournamentDetail.js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/ UX Highlights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7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" y="10972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Dark Theme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78408" y="15179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cards, dark backgrounds, Tailwind CSS utility classes for a premium feel.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09160" y="100584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5272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7528" y="10972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Form Validation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367528" y="15179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with inline error feedback — required fields, email format, length checks.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2350008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96896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8408" y="244144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78408" y="28620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Hot Toast for success/error feedback on every user action — login, submit, approve.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09160" y="2350008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96896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67528" y="244144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367528" y="286207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StatusBadge component: green (Approved), yellow (Pending), red (Rejected).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0040" y="3694176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41064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78408" y="378561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Sidebar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978408" y="42062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sidebar collapses on mobile; navigation adapts to screen width automatically.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709160" y="3694176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41064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67528" y="3785616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Spinners &amp; Animations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367528" y="420624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transitions and LoadingSpinner component prevent blank screen during API calls.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Implementation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777240" cy="777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105156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8408" y="11612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17099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with 10 salt rounds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password never stored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comparison on login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709160" y="105156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67528" y="11612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846320" y="17099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with HS256 algorithm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JWT_SECRET in .env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attached via Axios interceptor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20040" y="28346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7180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8408" y="29443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57200" y="34930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 on protected routes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adminMiddleware for admin-only endpoints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ProtectedRoute + AdminRoute guards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709160" y="283464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97180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67528" y="29443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Safety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846320" y="34930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restricts file type &amp; size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stored in /uploads/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reference only in DB (not binary)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C1C3A"/>
          </a:solidFill>
          <a:ln/>
        </p:spPr>
      </p:sp>
      <p:sp>
        <p:nvSpPr>
          <p:cNvPr id="5" name="Shape 3"/>
          <p:cNvSpPr/>
          <p:nvPr/>
        </p:nvSpPr>
        <p:spPr>
          <a:xfrm>
            <a:off x="4434840" y="1097280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0F2A4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File upload with form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26280" y="10972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Multer middleware + multipart/form-data; frontend sends FormData object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856232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C1C3A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856232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0F2A4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562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PDF streaming to browser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185623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PDFKit pipes buffer directly to Express res with Content-Disposition: attachment header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615184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C1C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2615184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0F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61518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Duplicate registration prevention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261518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Pre-save check queries DB for same user + tournament combo before inserting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374136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C1C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4840" y="3374136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0F2A45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37413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Role-based route guarding (frontend)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26280" y="337413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ProtectedRoute reads AuthContext; AdminRoute additionally checks role === 'admin'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133088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C1C3A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4840" y="4133088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0F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13308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Dynamic team member fields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26280" y="413308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React Hook Form's useFieldArray hook for add/remove member inputs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978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34840" y="9784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777240" cy="777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9601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38912" y="107899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438912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0515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43560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integration for instant status update alerts when admin approves or rejects.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07899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4828032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0" y="10515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143560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Stripe integration to replace manual screenshot upload with verified payments.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1965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8912" y="208483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0574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&amp; Bracket Generator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24414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tournament brackets and match schedules for approved teams.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9160" y="1965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28032" y="208483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4828032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03520" y="20574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03520" y="24414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 &amp; Android app for registration on-the-go using the same API.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0040" y="29718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" y="309067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3"/>
          <p:cNvSpPr/>
          <p:nvPr/>
        </p:nvSpPr>
        <p:spPr>
          <a:xfrm>
            <a:off x="438912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14400" y="3063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Scoreboard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4400" y="34472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score updates and match results viewable by all users.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09160" y="29718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28032" y="309067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8"/>
          <p:cNvSpPr/>
          <p:nvPr/>
        </p:nvSpPr>
        <p:spPr>
          <a:xfrm>
            <a:off x="4828032" y="3090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03520" y="3063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303520" y="34472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integration to send confirmation and status emails automatically.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20040" y="39776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38912" y="409651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3"/>
          <p:cNvSpPr/>
          <p:nvPr/>
        </p:nvSpPr>
        <p:spPr>
          <a:xfrm>
            <a:off x="438912" y="4096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14400" y="40690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(AWS S3)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14400" y="44531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uploaded files from local disk to S3 for scalability and CDN delivery.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709160" y="39776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0F2A45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828032" y="409651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1" name="Text 38"/>
          <p:cNvSpPr/>
          <p:nvPr/>
        </p:nvSpPr>
        <p:spPr>
          <a:xfrm>
            <a:off x="4828032" y="4096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303520" y="40690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303520" y="44531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showing sport popularity, registration trends, and approval rates over time.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Impact &amp; Learnings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332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50592" y="9601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50592" y="10332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450592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Modules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81144" y="9601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10332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81144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11696" y="9601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11696" y="10332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11696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Collections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production-grade full-stack application end-to-end from scratch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secure REST APIs with middleware chaining and role-based access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file uploads, PDF streaming, and binary response types in Express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state management with React Context API across protected routes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complex forms with dynamic fields using React Hook Form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dark-theme responsive design with Tailwind CSS utility classes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Tournament Registration Portal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65A82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24231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SportSync — Digitizing Sports, Simplifying Registrations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15468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2004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3474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github.com/Asad4540/React-CRUD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315468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32004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37560" y="3474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Node · Express · MongoDB · JWT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315468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F2A45"/>
          </a:solidFill>
          <a:ln/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32004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34747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 using the MERN Stack  ·  Final Year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SportSync — Tournament Registration Portal</dc:title>
  <dc:subject>PptxGenJS Presentation</dc:subject>
  <dc:creator>Asad</dc:creator>
  <cp:lastModifiedBy>Asad</cp:lastModifiedBy>
  <cp:revision>1</cp:revision>
  <dcterms:created xsi:type="dcterms:W3CDTF">2026-06-14T20:33:04Z</dcterms:created>
  <dcterms:modified xsi:type="dcterms:W3CDTF">2026-06-14T20:33:04Z</dcterms:modified>
</cp:coreProperties>
</file>